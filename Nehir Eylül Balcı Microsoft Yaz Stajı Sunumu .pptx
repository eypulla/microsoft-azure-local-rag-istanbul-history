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2"/>
          </a:solidFill>
          <a:ln w="12700">
            <a:solidFill>
              <a:srgbClr val="FAF7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00" cy="5143500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2B5EA7">
              <a:alpha val="12000"/>
            </a:srgbClr>
          </a:solidFill>
          <a:ln w="12700">
            <a:solidFill>
              <a:srgbClr val="2B5E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2286000" cy="2286000"/>
          </a:xfrm>
          <a:prstGeom prst="ellipse">
            <a:avLst/>
          </a:prstGeom>
          <a:solidFill>
            <a:srgbClr val="1A2744">
              <a:alpha val="10000"/>
            </a:srgbClr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41148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B5E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AI SUMMER PROGRAM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804672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Istanbul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411480" y="1755648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Historical</a:t>
            </a:r>
            <a:endParaRPr lang="en-US" sz="5800" dirty="0"/>
          </a:p>
        </p:txBody>
      </p:sp>
      <p:sp>
        <p:nvSpPr>
          <p:cNvPr id="9" name="Text 7"/>
          <p:cNvSpPr/>
          <p:nvPr/>
        </p:nvSpPr>
        <p:spPr>
          <a:xfrm>
            <a:off x="411480" y="2706624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2B5E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Guide</a:t>
            </a:r>
            <a:endParaRPr lang="en-US" sz="5800" dirty="0"/>
          </a:p>
        </p:txBody>
      </p:sp>
      <p:sp>
        <p:nvSpPr>
          <p:cNvPr id="10" name="Shape 8"/>
          <p:cNvSpPr/>
          <p:nvPr/>
        </p:nvSpPr>
        <p:spPr>
          <a:xfrm>
            <a:off x="411480" y="3913632"/>
            <a:ext cx="1097280" cy="36576"/>
          </a:xfrm>
          <a:prstGeom prst="rect">
            <a:avLst/>
          </a:prstGeom>
          <a:solidFill>
            <a:srgbClr val="2B5EA7"/>
          </a:solidFill>
          <a:ln w="12700">
            <a:solidFill>
              <a:srgbClr val="2B5E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404164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A8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RAG Chatbot  ·  Foundry Local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852160" y="50292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dirty="0">
                <a:solidFill>
                  <a:srgbClr val="1C1C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🕌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5852160" y="129844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27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Nehir Eylül Balcı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852160" y="18288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5A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 &amp; Engineering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52160" y="212140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5A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Analytics Minor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52160" y="241401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5A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Sabancı University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52160" y="2816352"/>
            <a:ext cx="3017520" cy="18288"/>
          </a:xfrm>
          <a:prstGeom prst="rect">
            <a:avLst/>
          </a:prstGeom>
          <a:solidFill>
            <a:srgbClr val="E8DDD0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2160" y="2944368"/>
            <a:ext cx="30175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B5E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🔗 github.com/eypulla/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B5E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microsoft-azure-local-rag-istanbul-history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2"/>
          </a:solidFill>
          <a:ln w="12700">
            <a:solidFill>
              <a:srgbClr val="FAF7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B5EA7"/>
          </a:solidFill>
          <a:ln w="12700">
            <a:solidFill>
              <a:srgbClr val="2B5E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A27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Başlangıç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256032" y="100584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5A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nedir, chatbot nasıl çalışır, Foundry Local ne demek — hiçbirini bilmiyordum.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1463040"/>
            <a:ext cx="8631936" cy="18288"/>
          </a:xfrm>
          <a:prstGeom prst="rect">
            <a:avLst/>
          </a:prstGeom>
          <a:solidFill>
            <a:srgbClr val="E8DDD0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600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5E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4 proje seçeneği sundu: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" y="1938528"/>
            <a:ext cx="2011680" cy="26060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205740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8DD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93192" y="2542032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Price Prediction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93192" y="318211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PyTorch · ML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50592" y="1938528"/>
            <a:ext cx="2011680" cy="2606040"/>
          </a:xfrm>
          <a:prstGeom prst="roundRect">
            <a:avLst>
              <a:gd name="adj" fmla="val 4545"/>
            </a:avLst>
          </a:prstGeom>
          <a:solidFill>
            <a:srgbClr val="2B5EA7"/>
          </a:solidFill>
          <a:ln w="12700">
            <a:solidFill>
              <a:srgbClr val="2B5E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87752" y="205740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5E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587752" y="2542032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Foundry Local RAG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87752" y="318211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5E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Offline AI chatbot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87752" y="3547872"/>
            <a:ext cx="128016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87752" y="3566160"/>
            <a:ext cx="1280160" cy="283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B5E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SEÇTİĞİM PROJE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645152" y="1938528"/>
            <a:ext cx="2011680" cy="26060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82312" y="205740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8DD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782312" y="2542032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Quantum Kickstart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82312" y="318211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Q# · Quantum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39712" y="1938528"/>
            <a:ext cx="2011680" cy="26060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76872" y="205740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8DD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976872" y="2542032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1C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Titanic Analysis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76872" y="318211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 analizi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2"/>
          </a:solidFill>
          <a:ln w="12700">
            <a:solidFill>
              <a:srgbClr val="FAF7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B5EA7"/>
          </a:solidFill>
          <a:ln w="12700">
            <a:solidFill>
              <a:srgbClr val="2B5E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27432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A27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Teknolojiyi anlamak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256032" y="1024128"/>
            <a:ext cx="8631936" cy="18288"/>
          </a:xfrm>
          <a:prstGeom prst="rect">
            <a:avLst/>
          </a:prstGeom>
          <a:solidFill>
            <a:srgbClr val="E8DDD0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170432"/>
            <a:ext cx="4187952" cy="36118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170432"/>
            <a:ext cx="4187952" cy="54864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298448"/>
            <a:ext cx="3822192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38912" y="1719072"/>
            <a:ext cx="382219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Retrieval-Augmented Generation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" y="2084832"/>
            <a:ext cx="3474720" cy="13716"/>
          </a:xfrm>
          <a:prstGeom prst="rect">
            <a:avLst/>
          </a:prstGeom>
          <a:solidFill>
            <a:srgbClr val="E8DDD0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" y="2212848"/>
            <a:ext cx="841248" cy="749808"/>
          </a:xfrm>
          <a:prstGeom prst="roundRect">
            <a:avLst>
              <a:gd name="adj" fmla="val 8537"/>
            </a:avLst>
          </a:prstGeom>
          <a:solidFill>
            <a:srgbClr val="FAF7F2"/>
          </a:solidFill>
          <a:ln w="12700">
            <a:solidFill>
              <a:srgbClr val="C8B8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212848"/>
            <a:ext cx="8412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5A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📄 Belgeler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80160" y="2514600"/>
            <a:ext cx="14630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9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426464" y="2212848"/>
            <a:ext cx="841248" cy="749808"/>
          </a:xfrm>
          <a:prstGeom prst="roundRect">
            <a:avLst>
              <a:gd name="adj" fmla="val 8537"/>
            </a:avLst>
          </a:prstGeom>
          <a:solidFill>
            <a:srgbClr val="FAF7F2"/>
          </a:solidFill>
          <a:ln w="12700">
            <a:solidFill>
              <a:srgbClr val="C8B8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26464" y="2212848"/>
            <a:ext cx="8412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5A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✂️ Chunk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267712" y="2514600"/>
            <a:ext cx="14630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9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414016" y="2212848"/>
            <a:ext cx="841248" cy="749808"/>
          </a:xfrm>
          <a:prstGeom prst="roundRect">
            <a:avLst>
              <a:gd name="adj" fmla="val 8537"/>
            </a:avLst>
          </a:prstGeom>
          <a:solidFill>
            <a:srgbClr val="FAF7F2"/>
          </a:solidFill>
          <a:ln w="12700">
            <a:solidFill>
              <a:srgbClr val="C8B8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14016" y="2212848"/>
            <a:ext cx="8412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5A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Bul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255264" y="2514600"/>
            <a:ext cx="146304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9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01568" y="2212848"/>
            <a:ext cx="841248" cy="749808"/>
          </a:xfrm>
          <a:prstGeom prst="roundRect">
            <a:avLst>
              <a:gd name="adj" fmla="val 8537"/>
            </a:avLst>
          </a:prstGeom>
          <a:solidFill>
            <a:srgbClr val="2B5EA7"/>
          </a:solidFill>
          <a:ln w="12700">
            <a:solidFill>
              <a:srgbClr val="2B5E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01568" y="2212848"/>
            <a:ext cx="8412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 Cevap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38912" y="3090672"/>
            <a:ext cx="382219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A5A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Kendi belgelerinden cevap verir.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A5A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Halüsinasyon azalır. Kaynak gösterir.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A5A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İnternetsiz çalışır.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0016" y="1170432"/>
            <a:ext cx="4224528" cy="3611880"/>
          </a:xfrm>
          <a:prstGeom prst="roundRect">
            <a:avLst>
              <a:gd name="adj" fmla="val 2532"/>
            </a:avLst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82896" y="1298448"/>
            <a:ext cx="385876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Foundry Local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882896" y="1719072"/>
            <a:ext cx="385876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7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Microsoft'un on-device AI runtime'ı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82896" y="2084832"/>
            <a:ext cx="3520440" cy="13716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82896" y="2267712"/>
            <a:ext cx="3520440" cy="749808"/>
          </a:xfrm>
          <a:prstGeom prst="roundRect">
            <a:avLst>
              <a:gd name="adj" fmla="val 9756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2304288"/>
            <a:ext cx="502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🔌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596128" y="2377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 Offline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596128" y="26700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7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İnternet gerektirmez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82896" y="3163824"/>
            <a:ext cx="3520440" cy="749808"/>
          </a:xfrm>
          <a:prstGeom prst="roundRect">
            <a:avLst>
              <a:gd name="adj" fmla="val 9756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0" y="3200400"/>
            <a:ext cx="502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🔑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596128" y="32735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yok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596128" y="35661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7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Ücret yok, veri çıkmaz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82896" y="4059936"/>
            <a:ext cx="3520440" cy="749808"/>
          </a:xfrm>
          <a:prstGeom prst="roundRect">
            <a:avLst>
              <a:gd name="adj" fmla="val 9756"/>
            </a:avLst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0" y="4096512"/>
            <a:ext cx="502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🤖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5596128" y="41696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Phi-3.5 Mini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596128" y="446227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7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Cihazda çalışan model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2"/>
          </a:solidFill>
          <a:ln w="12700">
            <a:solidFill>
              <a:srgbClr val="FAF7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B5EA7"/>
          </a:solidFill>
          <a:ln w="12700">
            <a:solidFill>
              <a:srgbClr val="2B5E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27432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A27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 yaptım?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256032" y="1024128"/>
            <a:ext cx="8631936" cy="18288"/>
          </a:xfrm>
          <a:prstGeom prst="rect">
            <a:avLst/>
          </a:prstGeom>
          <a:solidFill>
            <a:srgbClr val="E8DDD0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207008"/>
            <a:ext cx="202996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0896" y="12801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C1C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10896" y="193852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İlk fikir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0896" y="2249424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A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Ders notlarımı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5A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chatbot'a yükledim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0" y="1783080"/>
            <a:ext cx="1828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9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468880" y="1207008"/>
            <a:ext cx="202996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23744" y="12801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C1C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🚧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523744" y="193852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Sorun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23744" y="2249424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A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Notlarım el yazısı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5A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 görsel ağırlıklı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98848" y="1783080"/>
            <a:ext cx="1828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9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681728" y="1207008"/>
            <a:ext cx="2029968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36592" y="12801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C1C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🕌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736592" y="193852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Karar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36592" y="2249424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A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İstanbul tarihi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A5A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metin zengin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711696" y="1783080"/>
            <a:ext cx="1828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9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894576" y="1207008"/>
            <a:ext cx="2029968" cy="1481328"/>
          </a:xfrm>
          <a:prstGeom prst="roundRect">
            <a:avLst>
              <a:gd name="adj" fmla="val 6173"/>
            </a:avLst>
          </a:prstGeom>
          <a:solidFill>
            <a:srgbClr val="2B5EA7"/>
          </a:solidFill>
          <a:ln w="12700">
            <a:solidFill>
              <a:srgbClr val="2B5E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0" y="12801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C1C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949440" y="193852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Geliştirme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49440" y="2249424"/>
            <a:ext cx="19202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5E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PDF, Word,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5E3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alt klasör, UI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6032" y="2852928"/>
            <a:ext cx="8631936" cy="18288"/>
          </a:xfrm>
          <a:prstGeom prst="rect">
            <a:avLst/>
          </a:prstGeom>
          <a:solidFill>
            <a:srgbClr val="E8DDD0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2971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5E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Teknik katkılarım: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6032" y="3310128"/>
            <a:ext cx="162763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401568"/>
            <a:ext cx="140817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8B8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65760" y="3749040"/>
            <a:ext cx="140817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1C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PDF &amp; Word desteği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65760" y="4114800"/>
            <a:ext cx="14081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A5A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pdfjs-dist + mammoth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993392" y="3310128"/>
            <a:ext cx="162763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03120" y="3401568"/>
            <a:ext cx="140817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8B8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2103120" y="3749040"/>
            <a:ext cx="140817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1C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Alt klasör tarama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103120" y="4114800"/>
            <a:ext cx="14081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A5A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getAllFiles() fonksiyonu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730752" y="3310128"/>
            <a:ext cx="162763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40480" y="3401568"/>
            <a:ext cx="140817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8B8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3840480" y="3749040"/>
            <a:ext cx="140817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1C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Embedding altyapısı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840480" y="4114800"/>
            <a:ext cx="14081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A5A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 + searchByEmbedding()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468112" y="3310128"/>
            <a:ext cx="162763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77840" y="3401568"/>
            <a:ext cx="140817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8B8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5577840" y="3749040"/>
            <a:ext cx="140817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1C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Dinamik arka plan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577840" y="4114800"/>
            <a:ext cx="14081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A5A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Mekan bazlı fotoğraf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205472" y="3310128"/>
            <a:ext cx="162763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15200" y="3401568"/>
            <a:ext cx="140817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8B8A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7315200" y="3749040"/>
            <a:ext cx="1408176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1C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Yeni UI tasarımı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315200" y="4114800"/>
            <a:ext cx="1408176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A5A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Osmanlı teması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2"/>
          </a:solidFill>
          <a:ln w="12700">
            <a:solidFill>
              <a:srgbClr val="FAF7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B5EA7"/>
          </a:solidFill>
          <a:ln w="12700">
            <a:solidFill>
              <a:srgbClr val="2B5E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27432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A27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Sonuç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256032" y="1024128"/>
            <a:ext cx="8631936" cy="18288"/>
          </a:xfrm>
          <a:prstGeom prst="rect">
            <a:avLst/>
          </a:prstGeom>
          <a:solidFill>
            <a:srgbClr val="E8DDD0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1170432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2B5E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256032" y="257860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A5A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Tarihi mekan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182112" y="1170432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1A27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134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3182112" y="257860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A5A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İndexlenen chunk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08192" y="1170432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2D6A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6108192" y="257860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A5A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Offline çalışma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56032" y="3035808"/>
            <a:ext cx="8631936" cy="18288"/>
          </a:xfrm>
          <a:prstGeom prst="rect">
            <a:avLst/>
          </a:prstGeom>
          <a:solidFill>
            <a:srgbClr val="E8DDD0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" y="3182112"/>
            <a:ext cx="5303520" cy="1719072"/>
          </a:xfrm>
          <a:prstGeom prst="roundRect">
            <a:avLst>
              <a:gd name="adj" fmla="val 5319"/>
            </a:avLst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3182112"/>
            <a:ext cx="402336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🖥️  Uygulama ekranı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742432" y="3182112"/>
            <a:ext cx="3182112" cy="777240"/>
          </a:xfrm>
          <a:prstGeom prst="roundRect">
            <a:avLst>
              <a:gd name="adj" fmla="val 9412"/>
            </a:avLst>
          </a:prstGeom>
          <a:solidFill>
            <a:srgbClr val="D5E3F5"/>
          </a:solidFill>
          <a:ln w="12700">
            <a:solidFill>
              <a:srgbClr val="2B5E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70448" y="3246120"/>
            <a:ext cx="292608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1C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🕌 Hagia Sophia  👑 Topkapi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C1C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🗼 Galata  🛍️ Grand Bazaar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C1C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🌊 Maiden's  🏰 Rumeli  ✨ Çırağan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742432" y="4069080"/>
            <a:ext cx="3182112" cy="804672"/>
          </a:xfrm>
          <a:prstGeom prst="roundRect">
            <a:avLst>
              <a:gd name="adj" fmla="val 9091"/>
            </a:avLst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97880" y="4133088"/>
            <a:ext cx="2971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D6A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 npm install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897880" y="4389120"/>
            <a:ext cx="29718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886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 npm run ingest → npm start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7F2"/>
          </a:solidFill>
          <a:ln w="12700">
            <a:solidFill>
              <a:srgbClr val="FAF7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B5EA7"/>
          </a:solidFill>
          <a:ln w="12700">
            <a:solidFill>
              <a:srgbClr val="2B5E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27432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A27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Programın bana kattıkları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256032" y="1024128"/>
            <a:ext cx="8631936" cy="18288"/>
          </a:xfrm>
          <a:prstGeom prst="rect">
            <a:avLst/>
          </a:prstGeom>
          <a:solidFill>
            <a:srgbClr val="E8DDD0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1170432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5E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Teknik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" y="1517904"/>
            <a:ext cx="36576" cy="384048"/>
          </a:xfrm>
          <a:prstGeom prst="rect">
            <a:avLst/>
          </a:prstGeom>
          <a:solidFill>
            <a:srgbClr val="2B5EA7"/>
          </a:solidFill>
          <a:ln w="12700">
            <a:solidFill>
              <a:srgbClr val="2B5E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517904"/>
            <a:ext cx="39136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mimarisi — Retrieve, Augment, Generate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" y="2029968"/>
            <a:ext cx="36576" cy="384048"/>
          </a:xfrm>
          <a:prstGeom prst="rect">
            <a:avLst/>
          </a:prstGeom>
          <a:solidFill>
            <a:srgbClr val="2B5EA7"/>
          </a:solidFill>
          <a:ln w="12700">
            <a:solidFill>
              <a:srgbClr val="2B5E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2029968"/>
            <a:ext cx="39136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 — veri tabanı yapısı ve sorgular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" y="2542032"/>
            <a:ext cx="36576" cy="384048"/>
          </a:xfrm>
          <a:prstGeom prst="rect">
            <a:avLst/>
          </a:prstGeom>
          <a:solidFill>
            <a:srgbClr val="2B5EA7"/>
          </a:solidFill>
          <a:ln w="12700">
            <a:solidFill>
              <a:srgbClr val="2B5E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542032"/>
            <a:ext cx="39136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Node.js + JavaScript — async, fonksiyonlar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" y="3054096"/>
            <a:ext cx="36576" cy="384048"/>
          </a:xfrm>
          <a:prstGeom prst="rect">
            <a:avLst/>
          </a:prstGeom>
          <a:solidFill>
            <a:srgbClr val="2B5EA7"/>
          </a:solidFill>
          <a:ln w="12700">
            <a:solidFill>
              <a:srgbClr val="2B5E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3054096"/>
            <a:ext cx="39136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 &amp; GitHub — versiyon kontrolü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6032" y="3566160"/>
            <a:ext cx="36576" cy="384048"/>
          </a:xfrm>
          <a:prstGeom prst="rect">
            <a:avLst/>
          </a:prstGeom>
          <a:solidFill>
            <a:srgbClr val="2B5EA7"/>
          </a:solidFill>
          <a:ln w="12700">
            <a:solidFill>
              <a:srgbClr val="2B5E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3566160"/>
            <a:ext cx="39136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engineering — modele talimat verme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6032" y="4078224"/>
            <a:ext cx="36576" cy="384048"/>
          </a:xfrm>
          <a:prstGeom prst="rect">
            <a:avLst/>
          </a:prstGeom>
          <a:solidFill>
            <a:srgbClr val="2B5EA7"/>
          </a:solidFill>
          <a:ln w="12700">
            <a:solidFill>
              <a:srgbClr val="2B5E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4078224"/>
            <a:ext cx="39136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C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PDF/Word programlı okuma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90288" y="1170432"/>
            <a:ext cx="36576" cy="3474720"/>
          </a:xfrm>
          <a:prstGeom prst="rect">
            <a:avLst/>
          </a:prstGeom>
          <a:solidFill>
            <a:srgbClr val="E8DDD0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73168" y="11704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5E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Seminerler &amp; Kariyer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73168" y="1517904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1591056"/>
            <a:ext cx="594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C1C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🎤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559552" y="1609344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27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Sektör seminerleri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559552" y="1920240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AI'ın iş dünyasına etkisi, kariyer yolları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73168" y="2615184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2688336"/>
            <a:ext cx="594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C1C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📚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559552" y="2706624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27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kaynakları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559552" y="3017520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 eğitimi, Microsoft Learn AI modülleri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73168" y="3712464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8DD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9472" y="3785616"/>
            <a:ext cx="594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C1C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🧭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559552" y="3803904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A27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Kariyer netliği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559552" y="4114800"/>
            <a:ext cx="32461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A5A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İlerideki iş planlarım bu program sürecinde netleşti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914400"/>
            <a:ext cx="4572000" cy="4572000"/>
          </a:xfrm>
          <a:prstGeom prst="ellipse">
            <a:avLst/>
          </a:prstGeom>
          <a:solidFill>
            <a:srgbClr val="2B5EA7">
              <a:alpha val="12000"/>
            </a:srgbClr>
          </a:solidFill>
          <a:ln w="12700">
            <a:solidFill>
              <a:srgbClr val="2B5E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1828800"/>
            <a:ext cx="3657600" cy="3657600"/>
          </a:xfrm>
          <a:prstGeom prst="ellipse">
            <a:avLst/>
          </a:prstGeom>
          <a:solidFill>
            <a:srgbClr val="1A2744">
              <a:alpha val="10000"/>
            </a:srgbClr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858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Teşekkürler.</a:t>
            </a:r>
            <a:endParaRPr lang="en-US" sz="6800" dirty="0"/>
          </a:p>
        </p:txBody>
      </p:sp>
      <p:sp>
        <p:nvSpPr>
          <p:cNvPr id="6" name="Shape 4"/>
          <p:cNvSpPr/>
          <p:nvPr/>
        </p:nvSpPr>
        <p:spPr>
          <a:xfrm>
            <a:off x="548640" y="2212848"/>
            <a:ext cx="1645920" cy="50292"/>
          </a:xfrm>
          <a:prstGeom prst="rect">
            <a:avLst/>
          </a:prstGeom>
          <a:solidFill>
            <a:srgbClr val="2B5EA7"/>
          </a:solidFill>
          <a:ln w="12700">
            <a:solidFill>
              <a:srgbClr val="2B5E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395728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Nehir Eylül Balcı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294436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A7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 &amp; Engineering  ·  Business Analytics Minor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25526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7A7A7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Sabancı University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675888"/>
            <a:ext cx="8229600" cy="13716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8404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B5E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🔗  github.com/eypulla/microsoft-azure-local-rag-istanbul-history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416052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A5A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Azure AI Summer Program 2026  ·  Barbaros Günay, CSA Manager Turkey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132320" y="73152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6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🕌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6675120" y="19202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5EA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Istanbul Historical Guide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675120" y="226771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A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RAG  ·  Offline AI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2026-08-18T11:58:41Z</dcterms:created>
  <dcterms:modified xsi:type="dcterms:W3CDTF">2026-08-18T11:58:41Z</dcterms:modified>
</cp:coreProperties>
</file>